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Qdrant stores embeddings and supports payload filters for similarity search.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Delete vectors by document_id so stale chunks do not appear in retrieval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